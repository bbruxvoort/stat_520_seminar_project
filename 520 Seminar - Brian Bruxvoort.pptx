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0246ca1b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0246ca1b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0246ca1b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0246ca1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0246ca1b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0246ca1b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0246ca1b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0246ca1b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0246ca1b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0246ca1b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0246ca1b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0246ca1b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0246ca1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0246ca1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0246ca1b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0246ca1b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0246ca1b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0246ca1b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</a:t>
            </a:r>
            <a:r>
              <a:rPr lang="en"/>
              <a:t> Regression with Stocks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Bruxvoort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Basics of Logistic Regression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Logistic Regression in Finance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Basic Example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Complex Example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Other Logistic Regression Techniques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Big Picture/Conclusion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Regression: The Basics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linear regression but the predictor variable is binary or categorical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is a value between 0 and 1; a percentage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 regression calculates the odds of the outcome as a function of the input variables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Odds = Probability of event occurring / Probability of event not occurring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Sigmoid Function/Curve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324" y="1285851"/>
            <a:ext cx="7342623" cy="337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in Finance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</a:t>
            </a:r>
            <a:r>
              <a:rPr lang="en"/>
              <a:t>elps in making informed stock buying or selling decisions based on the probability of stock price increase or decrease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mitigate financial risks in volatile markets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areas such as credit risk analysis and predicting loan default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Model Example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Logistic Regression Techniques in R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Glm - very versatile and can handle binary, multinomial, and ordinal logistic regression depending on the family and link function specified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Multinom - response variable includes three or more categories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Vgam - useful for more complex scenarios where you might want non-standard link functions or to include non-linear effects of predictors.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Polr - useful when the categories have a natural ordering.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StepAIC - stepwise selection to find best logistic regression model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Picture/Conclusion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trends in data using logistic regression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Basics of logistic regression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</a:t>
            </a:r>
            <a:r>
              <a:rPr lang="en"/>
              <a:t>alue in data-driven decision-making in finance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</a:t>
            </a:r>
            <a:r>
              <a:rPr lang="en"/>
              <a:t>techniques</a:t>
            </a:r>
            <a:r>
              <a:rPr lang="en"/>
              <a:t> can be used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